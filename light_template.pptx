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C39EF-2DB9-7C89-0625-B469092BCD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9A50AE-FE62-737F-F63F-6D13617965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C3013D-AD14-090B-288D-61206FD3C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EC002-565A-7D94-B883-FE7C5AC9B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0F07-A1A0-87B7-96BC-0A31541E6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111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BB6E8-D40D-F867-57E9-BF8D60846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439A6-BFA4-1CB5-F973-433A98B8A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3DA99-E2AE-B97E-845A-ED44930E1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DFF92-9E3F-7AF9-65C0-8B5FCE1A6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7A0E1-5942-8A2F-FA3A-A296AD1B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1488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75894-3648-A05C-D89C-858379911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4AB38-7492-2F9D-2536-FCE20C8BA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CF365-49D4-C563-2B78-FEB57A6B2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9BE07-DC9E-6FBA-DED5-09CF1459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4C206-AEB4-7537-C913-8DB5B8D24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56516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09BAE-FCE1-2274-2D94-CA931FFEF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D727-CFB7-0E0F-6660-FCD5D1725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17BF3C-6A62-5F26-10F8-49E107E20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DDD1D1-E298-EF59-76D3-9E1A0D35D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5DE48-2AFB-B16D-352C-9E87CFAF7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82370-B9EB-97ED-5725-70A9A2021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135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986D7-C439-114C-0D25-2C26A3F37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5E434-9A1A-6B91-03AF-A1BE7B516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BAD6BB-AC03-6A7C-7F59-E82572401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0FCB81-74A6-4E29-A566-8507203D0A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68FE39-B456-E501-6092-A3FF5FF29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FE28F-2AC7-F82E-F522-44C945351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955BCA-8D91-ECDB-787F-FF85BA3AE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AFB733-6C5B-8EE8-FF47-4D1A333B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1343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F2C37-553D-4FD0-D3CA-D807F8FFE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C0C9CF-1E94-05B5-A96A-6BE7C3045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12098-2EB8-438F-5459-B23DEFBF9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22257D-9A37-C659-2099-EE52D074F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7532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272E68-F176-CD1C-CD89-93F04C06E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A7440A-E217-6B85-2AA6-FACB1830B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A0ABE-4FB5-A78B-E8DB-E56277FD4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037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24B63-EF0A-AFF1-3714-CB951A206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A04DC-7F69-D649-1259-01A36F1B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0F554-748D-E95D-E42F-F9D5338BC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FFB5C1-DBBB-3612-E4F3-5272CB187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BC81D-DFA5-95B6-37A8-C5F20EA7A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40652-AA55-B3EF-FEE1-9258FA361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934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CBBCB-1EE6-99F9-8D48-135323BB4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BB4B7-9099-2274-0D8D-F33EF26D3D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69AA6-57F6-AA18-30B3-016DBCF8A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4D56AF-89C2-2EF7-83C7-BBD356A07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2DAF5-66BE-5C8A-82D6-6F7FCE9B4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59200-E319-DFC7-2369-DFFAE22DF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300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8EBA-3ACE-5A7F-1348-1B68747BB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5BDA37-8E4F-24EC-88B2-4F8920581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09E0B-AFFF-2B17-5BF0-81F7F7044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AFA50-823F-2052-6B29-566FB2D84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829E0-3C00-9128-DB28-8C73727C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7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14F95E-E727-43BF-CF02-D45047484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D77D1-86F3-CF3C-92D1-62E284D616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EFADD-25BE-04E9-56B2-7575DE538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19C3B-1EE8-3239-0DC8-0DC84E234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4D329-0862-3390-0974-0405E3743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3706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5D962-E0B3-9759-64B9-5BBBB9D51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DA26EF-7E94-9272-505A-FA17F011E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024BCB-A1E5-69C7-B1E7-80B84FF6ED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118A51-EE89-48AC-8F6F-489F47810366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46573-3E47-D877-DD99-63A9493F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9E502-496D-0182-F26F-CF2F636976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1261C-6C67-4BBA-9A7E-11C1D1AF34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5163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984E4-A961-E150-3CD2-90336B7766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86C3DD-26A9-46E1-9DDB-8BCCB1B5E5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0956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07C4F-195E-A1A6-8EBB-C68C485E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97DFD-F324-0CAA-E1CC-91B6F26D1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9437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8745B-92F1-AB45-5163-C35D751EF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04C96A-679C-8229-37E1-BD023E05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2660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6EC3B-4704-A3B4-FF60-22DE611B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45817-AADC-3E4A-E225-9A41078935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1E719B-103D-125F-B037-BAB803B203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28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8B86-FE64-A72F-D81F-45DBD07ED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41A7C-F9FE-0292-23D7-994FE7E3D9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2D9002-B9A0-B3CA-1F4B-BF71FA18E1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1134BE-D961-7F58-B8B6-49BA1BB568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2C859D-C8E6-B2D7-9E4B-52AD392D296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154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983D-21B2-9C8F-C652-D030FFEAF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6803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31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87FF2-8F66-FBBD-6A91-027691284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62A09-DCEC-DF7D-00F3-5F8A1429A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FB014-6ED7-7141-5992-BFF80FD32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7812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17822-6363-6342-6488-BAB2E4060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781774-C8C1-C1D2-6278-F8509F8A5E9C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923AEA-3065-08D7-FA05-AEFA19697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778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Divyamsu Dasari</dc:creator>
  <cp:lastModifiedBy>Divyamsu Dasari</cp:lastModifiedBy>
  <cp:revision>1</cp:revision>
  <dcterms:created xsi:type="dcterms:W3CDTF">2026-02-14T19:59:35Z</dcterms:created>
  <dcterms:modified xsi:type="dcterms:W3CDTF">2026-02-14T20:00:02Z</dcterms:modified>
</cp:coreProperties>
</file>