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53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C39EF-2DB9-7C89-0625-B469092BCD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9A50AE-FE62-737F-F63F-6D13617965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C3013D-AD14-090B-288D-61206FD3C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EC002-565A-7D94-B883-FE7C5AC9B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90F07-A1A0-87B7-96BC-0A31541E6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1118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BB6E8-D40D-F867-57E9-BF8D60846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439A6-BFA4-1CB5-F973-433A98B8A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3DA99-E2AE-B97E-845A-ED44930E1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6DFF92-9E3F-7AF9-65C0-8B5FCE1A6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17A0E1-5942-8A2F-FA3A-A296AD1B6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1488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75894-3648-A05C-D89C-858379911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4AB38-7492-2F9D-2536-FCE20C8BA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CF365-49D4-C563-2B78-FEB57A6B2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9BE07-DC9E-6FBA-DED5-09CF1459A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4C206-AEB4-7537-C913-8DB5B8D24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56516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09BAE-FCE1-2274-2D94-CA931FFEF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DD727-CFB7-0E0F-6660-FCD5D1725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17BF3C-6A62-5F26-10F8-49E107E205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DDD1D1-E298-EF59-76D3-9E1A0D35D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35DE48-2AFB-B16D-352C-9E87CFAF7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82370-B9EB-97ED-5725-70A9A2021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135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986D7-C439-114C-0D25-2C26A3F37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5E434-9A1A-6B91-03AF-A1BE7B5168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BAD6BB-AC03-6A7C-7F59-E82572401E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0FCB81-74A6-4E29-A566-8507203D0A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68FE39-B456-E501-6092-A3FF5FF298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BFE28F-2AC7-F82E-F522-44C945351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955BCA-8D91-ECDB-787F-FF85BA3AE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AFB733-6C5B-8EE8-FF47-4D1A333BF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1343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F2C37-553D-4FD0-D3CA-D807F8FFE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C0C9CF-1E94-05B5-A96A-6BE7C3045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12098-2EB8-438F-5459-B23DEFBF9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22257D-9A37-C659-2099-EE52D074F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7532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272E68-F176-CD1C-CD89-93F04C06E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A7440A-E217-6B85-2AA6-FACB1830B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7A0ABE-4FB5-A78B-E8DB-E56277FD4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0037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24B63-EF0A-AFF1-3714-CB951A206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A04DC-7F69-D649-1259-01A36F1B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60F554-748D-E95D-E42F-F9D5338BC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FFB5C1-DBBB-3612-E4F3-5272CB187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BC81D-DFA5-95B6-37A8-C5F20EA7A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940652-AA55-B3EF-FEE1-9258FA361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2934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CBBCB-1EE6-99F9-8D48-135323BB4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BB4B7-9099-2274-0D8D-F33EF26D3D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69AA6-57F6-AA18-30B3-016DBCF8A3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4D56AF-89C2-2EF7-83C7-BBD356A07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22DAF5-66BE-5C8A-82D6-6F7FCE9B4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59200-E319-DFC7-2369-DFFAE22DF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2300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28EBA-3ACE-5A7F-1348-1B68747BB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5BDA37-8E4F-24EC-88B2-4F89205810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09E0B-AFFF-2B17-5BF0-81F7F7044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AFA50-823F-2052-6B29-566FB2D84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829E0-3C00-9128-DB28-8C73727C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5077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14F95E-E727-43BF-CF02-D45047484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ED77D1-86F3-CF3C-92D1-62E284D616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EFADD-25BE-04E9-56B2-7575DE538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19C3B-1EE8-3239-0DC8-0DC84E234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4D329-0862-3390-0974-0405E3743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3706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75D962-E0B3-9759-64B9-5BBBB9D51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DA26EF-7E94-9272-505A-FA17F011EB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024BCB-A1E5-69C7-B1E7-80B84FF6ED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46573-3E47-D877-DD99-63A9493F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99E502-496D-0182-F26F-CF2F636976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5163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Divyamsu Dasari</dc:creator>
  <cp:lastModifiedBy>Divyamsu Dasari</cp:lastModifiedBy>
  <cp:revision>2</cp:revision>
  <dcterms:created xsi:type="dcterms:W3CDTF">2026-02-14T19:59:35Z</dcterms:created>
  <dcterms:modified xsi:type="dcterms:W3CDTF">2026-02-14T20:07:33Z</dcterms:modified>
</cp:coreProperties>
</file>