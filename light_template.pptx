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EA6CB-1B85-5691-CE8B-AB2B3E5B18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791F1C-4DBA-4759-053C-F348B52A3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78408-B7F5-0836-717C-C0F24843B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A4CA-B9F3-4D89-87D4-B72A81B20F9F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C4DA8-D162-62BA-A9CF-AE48D4440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AB43A-A2C8-4798-6EF6-B00E24441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050-0639-4394-823C-6C6B23EFD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17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EE44A-77A1-C49F-5ED9-EEDD7134E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EC03E-4AED-14CA-1D03-E0ABAB2A2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5E4EB-90AA-A20D-852F-87E884B0B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A4CA-B9F3-4D89-87D4-B72A81B20F9F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95A48-7006-CBD7-D832-7327268F9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46F62-31DD-7429-EAF3-FA6A4411C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050-0639-4394-823C-6C6B23EFD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052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706C0-38B7-5F8D-7F99-6C06D0D41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2BABA-2DB3-0915-E891-A8F2858BE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DB85D-8EEF-9F0E-732C-3D3D9473C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A4CA-B9F3-4D89-87D4-B72A81B20F9F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F60B8-0D6D-CB2A-A0E1-5A905A3FE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CED2-A442-F862-C879-2EEC9FFBD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050-0639-4394-823C-6C6B23EFD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650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1772F-5846-E9BC-BB48-2D0B3CC5C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BD636-5154-B95B-B4AC-2ADB8E69C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2263AE-6E2E-CDAB-3262-1AFACA1FC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C4FBF-D722-BC6E-269C-7E398563C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A4CA-B9F3-4D89-87D4-B72A81B20F9F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42EBB-D847-43D2-44C2-C0B957512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E71CFD-EAAD-FC2C-D8A2-D52878965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050-0639-4394-823C-6C6B23EFD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29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48555-3AA9-7D76-47E3-F9F13BEC6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1BA35-17E5-8088-D49A-37CFDF8C4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CAC96-3801-4FCF-4344-CA109228B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A58C5E-A752-34EB-4C70-6FEE5990D8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AF0757-3E8D-E663-B422-92AE8AB4F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7720F9-71EA-C9FF-5373-28EE687CA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A4CA-B9F3-4D89-87D4-B72A81B20F9F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DE1ED7-B2D3-4FC5-683E-B9D2F492B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38F77D-EF6C-702D-83FA-3F7CCE152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050-0639-4394-823C-6C6B23EFD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465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59C73-BED8-CDE5-F0F5-5B0E58737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2F1C06-FAE4-216C-9635-FA2A3BCC1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A4CA-B9F3-4D89-87D4-B72A81B20F9F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3C5FFB-EBB9-5500-2617-2454DCE6D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F20CE-0A49-9D12-9E58-A342844D6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050-0639-4394-823C-6C6B23EFD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854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F3F467-D39B-8D39-CEAF-1E220D978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A4CA-B9F3-4D89-87D4-B72A81B20F9F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F22105-1DC2-D2A0-1821-4DE762419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64074-1180-CF10-F19C-D936DA47E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050-0639-4394-823C-6C6B23EFD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457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EA57A-7288-3767-474A-FDA52DBF6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ABF06-F160-5023-5645-2BE52B89E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A0895-CB10-D9A1-5F33-5D394B36E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7CC60-4AD1-927C-475D-B667B833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A4CA-B9F3-4D89-87D4-B72A81B20F9F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D9FA2-943E-D22E-3A56-AA9743823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6D890-827B-C1FC-BF98-4D0549B27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050-0639-4394-823C-6C6B23EFD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940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061D-781D-8D4F-7656-21F615445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91F5B5-0195-F041-D586-69E9703F8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F75B8-3D89-C607-3B02-4507D67ED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3F919-14F7-92C7-7204-C630D5A30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A4CA-B9F3-4D89-87D4-B72A81B20F9F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807B7-0D2C-0D9C-4F3C-9A7C2E6ED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F84802-54FD-8BD0-97E2-4ECD4C97F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050-0639-4394-823C-6C6B23EFD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77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0D926-E3D6-FA7D-112A-F93696249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4C0867-3316-6BF1-6AFD-0E029F1DE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61B6E-D2E3-083E-D6F3-07986539B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A4CA-B9F3-4D89-87D4-B72A81B20F9F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7B230-38BE-9B3D-89B1-E8B89A325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58EC0-C832-FE60-3034-FFA5C9FA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050-0639-4394-823C-6C6B23EFD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362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F0E4AD-674D-E064-F642-C59BE28B23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22672C-C317-672E-9E4B-4C6639ABA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618F7-A131-4931-DBA8-C71C1284B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A4CA-B9F3-4D89-87D4-B72A81B20F9F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8BE76-37FA-DFE1-0E7F-C444C924D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29015-8826-4D8C-F458-1A3D67151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050-0639-4394-823C-6C6B23EFD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217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0DD042-F6F4-A868-6AD4-C08988916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AE1DB-FED7-4DD9-943F-31330DCAC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AE919-541A-BFA3-7BCB-5E007776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5A4CA-B9F3-4D89-87D4-B72A81B20F9F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E044B-D054-5658-9E5D-264CEA50A5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4359C-E646-61E3-8F8C-128E13DAE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B29050-0639-4394-823C-6C6B23EFD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942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363E7-3D66-8A14-7ADB-E7FA401842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B3EFB-D149-E10B-C1F8-F0DE427A5B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660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Divyamsu Dasari</dc:creator>
  <cp:lastModifiedBy>Divyamsu Dasari</cp:lastModifiedBy>
  <cp:revision>2</cp:revision>
  <dcterms:created xsi:type="dcterms:W3CDTF">2026-02-14T20:13:57Z</dcterms:created>
  <dcterms:modified xsi:type="dcterms:W3CDTF">2026-02-14T20:16:44Z</dcterms:modified>
</cp:coreProperties>
</file>